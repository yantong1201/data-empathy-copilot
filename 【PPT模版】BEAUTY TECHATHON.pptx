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90" r:id="rId3"/>
    <p:sldId id="492" r:id="rId4"/>
    <p:sldId id="49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B8ABB3-3CD8-462B-964A-90C88F22725C}">
          <p14:sldIdLst>
            <p14:sldId id="490"/>
            <p14:sldId id="492"/>
            <p14:sldId id="49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B8D876-CF7A-FFDC-74D7-6CE3805B12FB}" name="ZONG Echo" initials="EZ" userId="S::echo2.zong@loreal.com::a4606cd9-98cc-4fff-8532-d79a801fde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45FD"/>
    <a:srgbClr val="655EEB"/>
    <a:srgbClr val="6160EA"/>
    <a:srgbClr val="4C28E4"/>
    <a:srgbClr val="AEAAF2"/>
    <a:srgbClr val="C99AFE"/>
    <a:srgbClr val="B5A5F6"/>
    <a:srgbClr val="C79BFE"/>
    <a:srgbClr val="81AEEB"/>
    <a:srgbClr val="82A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1" autoAdjust="0"/>
    <p:restoredTop sz="94643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microsoft.com/office/2018/10/relationships/authors" Target="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1370D-ABEB-425B-ADF0-7925AE0D2D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AA396-8F27-4FE3-92B6-74EEBE285A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6" name="图片 5" descr="连标"/>
            <p:cNvPicPr>
              <a:picLocks noChangeAspect="1"/>
            </p:cNvPicPr>
            <p:nvPr/>
          </p:nvPicPr>
          <p:blipFill>
            <a:blip r:embed="rId3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8" name="图片 7" descr="有意思连标"/>
            <p:cNvPicPr>
              <a:picLocks noChangeAspect="1"/>
            </p:cNvPicPr>
            <p:nvPr/>
          </p:nvPicPr>
          <p:blipFill>
            <a:blip r:embed="rId4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9" name="图片 8" descr="有意思连标"/>
            <p:cNvPicPr>
              <a:picLocks noChangeAspect="1"/>
            </p:cNvPicPr>
            <p:nvPr userDrawn="1"/>
          </p:nvPicPr>
          <p:blipFill>
            <a:blip r:embed="rId4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0" name="图片 9" descr="连标"/>
            <p:cNvPicPr>
              <a:picLocks noChangeAspect="1"/>
            </p:cNvPicPr>
            <p:nvPr userDrawn="1"/>
          </p:nvPicPr>
          <p:blipFill>
            <a:blip r:embed="rId3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rcRect t="90094"/>
          <a:stretch>
            <a:fillRect/>
          </a:stretch>
        </p:blipFill>
        <p:spPr>
          <a:xfrm>
            <a:off x="0" y="6176963"/>
            <a:ext cx="12192000" cy="6791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pic>
        <p:nvPicPr>
          <p:cNvPr id="3" name="图片 2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12" name="图片 11" descr="连标"/>
            <p:cNvPicPr>
              <a:picLocks noChangeAspect="1"/>
            </p:cNvPicPr>
            <p:nvPr/>
          </p:nvPicPr>
          <p:blipFill>
            <a:blip r:embed="rId4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13" name="图片 12" descr="有意思连标"/>
            <p:cNvPicPr>
              <a:picLocks noChangeAspect="1"/>
            </p:cNvPicPr>
            <p:nvPr/>
          </p:nvPicPr>
          <p:blipFill>
            <a:blip r:embed="rId5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15" name="图片 14" descr="有意思连标"/>
            <p:cNvPicPr>
              <a:picLocks noChangeAspect="1"/>
            </p:cNvPicPr>
            <p:nvPr userDrawn="1"/>
          </p:nvPicPr>
          <p:blipFill>
            <a:blip r:embed="rId5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6" name="图片 15" descr="连标"/>
            <p:cNvPicPr>
              <a:picLocks noChangeAspect="1"/>
            </p:cNvPicPr>
            <p:nvPr userDrawn="1"/>
          </p:nvPicPr>
          <p:blipFill>
            <a:blip r:embed="rId4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58FFC-3A76-4D99-AB9F-7999D75783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A21B9-1903-450D-A962-157248E63012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673725" y="6530340"/>
            <a:ext cx="8763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900">
                <a:solidFill>
                  <a:srgbClr val="008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C1 - Internal use</a:t>
            </a:r>
            <a:endParaRPr lang="zh-CN" altLang="en-US" sz="900">
              <a:solidFill>
                <a:srgbClr val="008000">
                  <a:alpha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8"/>
          <p:cNvSpPr/>
          <p:nvPr/>
        </p:nvSpPr>
        <p:spPr>
          <a:xfrm>
            <a:off x="1436862" y="4048271"/>
            <a:ext cx="8500425" cy="11914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1.推荐您使用思源黑体CN（免费可商用字体）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2.如您不使用推荐的字体，请您务必确保您使用的字体为免费可商用，或者您对该字体有版权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1477182" y="2034216"/>
            <a:ext cx="92779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67740"/>
            <a:r>
              <a:rPr lang="zh-CN" altLang="en-US" sz="4400" b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主标题思源黑体</a:t>
            </a:r>
            <a:r>
              <a:rPr lang="en-US" altLang="zh-CN" sz="4400" b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44</a:t>
            </a:r>
            <a:r>
              <a:rPr lang="zh-CN" altLang="en-US" sz="4400" b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号</a:t>
            </a:r>
            <a:endParaRPr lang="zh-CN" altLang="en-US" sz="4400" b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  <a:p>
            <a:pPr defTabSz="967740"/>
            <a:r>
              <a:rPr lang="zh-CN" altLang="en-US" sz="4400" b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注明：作品名称、赛道、队伍名称</a:t>
            </a:r>
            <a:endParaRPr lang="en-US" altLang="zh-CN" sz="4400" b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832060" y="826166"/>
            <a:ext cx="3507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67740"/>
            <a:r>
              <a:rPr lang="zh-CN" altLang="en-US" sz="4400" b="1" dirty="0">
                <a:solidFill>
                  <a:srgbClr val="3F3F3F">
                    <a:lumMod val="75000"/>
                  </a:srgbClr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内容页</a:t>
            </a:r>
            <a:endParaRPr lang="zh-CN" altLang="en-US" sz="4400" b="1" dirty="0">
              <a:solidFill>
                <a:srgbClr val="3F3F3F">
                  <a:lumMod val="75000"/>
                </a:srgbClr>
              </a:solidFill>
              <a:effectLst>
                <a:outerShdw blurRad="381000" algn="ctr" rotWithShape="0">
                  <a:prstClr val="black">
                    <a:alpha val="25000"/>
                  </a:prst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6" name="矩形 3"/>
          <p:cNvSpPr/>
          <p:nvPr/>
        </p:nvSpPr>
        <p:spPr>
          <a:xfrm>
            <a:off x="912683" y="1976422"/>
            <a:ext cx="6910418" cy="33083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3F3F3F">
                    <a:lumMod val="75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内容需包含作品背景、技术实现方式、作品使用场景、未来完善方向四大板块</a:t>
            </a:r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3F3F3F">
                    <a:lumMod val="75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若有其他板块可酌情呈现</a:t>
            </a:r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/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/>
          <p:cNvSpPr txBox="1"/>
          <p:nvPr/>
        </p:nvSpPr>
        <p:spPr>
          <a:xfrm>
            <a:off x="747" y="2659198"/>
            <a:ext cx="12190507" cy="1862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67740">
              <a:spcBef>
                <a:spcPts val="1060"/>
              </a:spcBef>
            </a:pPr>
            <a:r>
              <a:rPr lang="en-US" altLang="zh-CN" sz="7200" b="1" i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  THANKS</a:t>
            </a:r>
            <a:r>
              <a:rPr lang="zh-CN" altLang="en-US" sz="7200" b="1" i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！</a:t>
            </a:r>
            <a:endParaRPr lang="zh-CN" altLang="en-US" sz="7200" b="1" i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思源黑体 CN Light</vt:lpstr>
      <vt:lpstr>思源黑体 CN Bold</vt:lpstr>
      <vt:lpstr>微软雅黑</vt:lpstr>
      <vt:lpstr>Arial Unicode MS</vt:lpstr>
      <vt:lpstr>等线 Light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LOREAL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 Echo</dc:creator>
  <cp:lastModifiedBy>次鱼圆</cp:lastModifiedBy>
  <cp:revision>12</cp:revision>
  <dcterms:created xsi:type="dcterms:W3CDTF">2026-07-09T08:48:00Z</dcterms:created>
  <dcterms:modified xsi:type="dcterms:W3CDTF">2026-07-21T07:33:12Z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3b7177-c66c-4b22-a350-7ee86f9a1e74_Enabled">
    <vt:lpwstr>true</vt:lpwstr>
  </property>
  <property fmtid="{D5CDD505-2E9C-101B-9397-08002B2CF9AE}" pid="3" name="MSIP_Label_f43b7177-c66c-4b22-a350-7ee86f9a1e74_SetDate">
    <vt:lpwstr>2026-07-09T09:48:14Z</vt:lpwstr>
  </property>
  <property fmtid="{D5CDD505-2E9C-101B-9397-08002B2CF9AE}" pid="4" name="MSIP_Label_f43b7177-c66c-4b22-a350-7ee86f9a1e74_Method">
    <vt:lpwstr>Standard</vt:lpwstr>
  </property>
  <property fmtid="{D5CDD505-2E9C-101B-9397-08002B2CF9AE}" pid="5" name="MSIP_Label_f43b7177-c66c-4b22-a350-7ee86f9a1e74_Name">
    <vt:lpwstr>C1_Internal use</vt:lpwstr>
  </property>
  <property fmtid="{D5CDD505-2E9C-101B-9397-08002B2CF9AE}" pid="6" name="MSIP_Label_f43b7177-c66c-4b22-a350-7ee86f9a1e74_SiteId">
    <vt:lpwstr>e4e1abd9-eac7-4a71-ab52-da5c998aa7ba</vt:lpwstr>
  </property>
  <property fmtid="{D5CDD505-2E9C-101B-9397-08002B2CF9AE}" pid="7" name="MSIP_Label_f43b7177-c66c-4b22-a350-7ee86f9a1e74_ActionId">
    <vt:lpwstr>c71fc412-054f-4fbf-a9f7-cba62a6f36cf</vt:lpwstr>
  </property>
  <property fmtid="{D5CDD505-2E9C-101B-9397-08002B2CF9AE}" pid="8" name="MSIP_Label_f43b7177-c66c-4b22-a350-7ee86f9a1e74_ContentBits">
    <vt:lpwstr>2</vt:lpwstr>
  </property>
  <property fmtid="{D5CDD505-2E9C-101B-9397-08002B2CF9AE}" pid="9" name="MSIP_Label_f43b7177-c66c-4b22-a350-7ee86f9a1e7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C1 - Internal use</vt:lpwstr>
  </property>
  <property fmtid="{D5CDD505-2E9C-101B-9397-08002B2CF9AE}" pid="12" name="KSOProductBuildVer">
    <vt:lpwstr>2052-12.1.0.26381</vt:lpwstr>
  </property>
  <property fmtid="{D5CDD505-2E9C-101B-9397-08002B2CF9AE}" pid="13" name="ICV">
    <vt:lpwstr>30F01A577FCB47F4BE17C5D67A36E051_13</vt:lpwstr>
  </property>
</Properties>
</file>